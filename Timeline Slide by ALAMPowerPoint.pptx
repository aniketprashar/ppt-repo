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08FD"/>
    <a:srgbClr val="42D655"/>
    <a:srgbClr val="3DDFDA"/>
    <a:srgbClr val="FFFF00"/>
    <a:srgbClr val="FA23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17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B231E-F52E-4186-1556-04EBECD3DC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969573-B7DC-32C6-3A0D-DB85BCEC3A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72EAF-21DD-F47F-D0DC-BECCA8AAE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3E30-6600-4322-A21C-51B7E887505B}" type="datetimeFigureOut">
              <a:rPr lang="en-ID" smtClean="0"/>
              <a:t>30/04/2025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5FBC0-9C54-F118-0189-9CE24B9CB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B73CF-AB58-D64B-CE57-DC71B25B5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E580-FA74-4DB1-B927-E28C7E4CB32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04732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9060D-2EE7-D417-EF92-50FBD008E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E253D-4C1C-7213-E456-E0DBF98D6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E3711-6AEA-BB0C-9E7D-CC9D13B94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3E30-6600-4322-A21C-51B7E887505B}" type="datetimeFigureOut">
              <a:rPr lang="en-ID" smtClean="0"/>
              <a:t>30/04/2025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8FEEF-4A81-18A8-8B33-A90B07C4C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F62C7F-2FDA-56F9-6889-1E4D4DEFC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E580-FA74-4DB1-B927-E28C7E4CB32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55394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A80F2-8BCE-FCFF-229C-67CB8624C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5D5F7A-5DB3-D1DA-6BAC-AD8627B4A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B5CA3-D783-6899-F2D8-E6DEC1361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3E30-6600-4322-A21C-51B7E887505B}" type="datetimeFigureOut">
              <a:rPr lang="en-ID" smtClean="0"/>
              <a:t>30/04/2025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873F6-5DDD-4F45-68A4-AC7297B3A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CD238-ACBB-7652-52CF-7523C59D9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E580-FA74-4DB1-B927-E28C7E4CB32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12815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4456B-0330-8949-6C20-9CC79E228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C18A8-E747-377C-2158-5572907679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4FD689-3E3B-ACD8-DACD-D5B22C484E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447C2-7CB0-C953-A118-26BCB2DC7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3E30-6600-4322-A21C-51B7E887505B}" type="datetimeFigureOut">
              <a:rPr lang="en-ID" smtClean="0"/>
              <a:t>30/04/2025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6B783C-E66B-0A37-C2A5-81F599722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D0660-B4ED-9544-38F1-2EE6C89B6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E580-FA74-4DB1-B927-E28C7E4CB32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7724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B0917-9B5C-9615-1134-1E5673767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5B4579-07C3-5F86-542A-C45F80D00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1C73B-50F4-3294-A393-6F9643FE94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49B28F-0EDF-029F-07E4-3A0699F8EA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3AC15B-0CEB-2BEE-0FE4-65225B79BD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D150EE-883F-455D-76D9-0CCAAF667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3E30-6600-4322-A21C-51B7E887505B}" type="datetimeFigureOut">
              <a:rPr lang="en-ID" smtClean="0"/>
              <a:t>30/04/2025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C3019D-A0DA-A19A-69D3-EEAD44ACE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0FC91D-21F8-684D-6415-8503E9C88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E580-FA74-4DB1-B927-E28C7E4CB32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36966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BD555-965F-3858-9674-0251E7979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AC5495-9823-D3D4-A89C-699957B1E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3E30-6600-4322-A21C-51B7E887505B}" type="datetimeFigureOut">
              <a:rPr lang="en-ID" smtClean="0"/>
              <a:t>30/04/2025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DF2FE-5D80-019C-A15E-74C56863C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034512-4ACA-7D9B-47CF-53F9B7C7C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E580-FA74-4DB1-B927-E28C7E4CB32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57908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FCF958-5377-C9ED-FCD4-80D5FFAC3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3E30-6600-4322-A21C-51B7E887505B}" type="datetimeFigureOut">
              <a:rPr lang="en-ID" smtClean="0"/>
              <a:t>30/04/2025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86742A-2523-B055-C45F-84031281F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BE7714-7DC0-360C-C443-CC54EA889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E580-FA74-4DB1-B927-E28C7E4CB32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51739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0A22B-F8A2-0C37-4338-13F645BB4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E890A-D87E-9279-E56A-4B634A257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9270D-199A-7C6B-B200-D6103FC167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9CD0F1-B5D4-5CCE-D441-92C925924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3E30-6600-4322-A21C-51B7E887505B}" type="datetimeFigureOut">
              <a:rPr lang="en-ID" smtClean="0"/>
              <a:t>30/04/2025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924DB-AA50-AF2A-10E8-9B98B2242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7EB3F-2B18-99F7-72B8-A6DBF05FF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E580-FA74-4DB1-B927-E28C7E4CB32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268258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EED1C-A644-1348-2AD0-5CD99E50E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87A829-BCD2-8C2E-E95A-4EF0ED41DC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6BD261-2CFD-0F5A-E711-EBF754B9C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0FBB3F-47A8-2673-1A4D-D7BA060F9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3E30-6600-4322-A21C-51B7E887505B}" type="datetimeFigureOut">
              <a:rPr lang="en-ID" smtClean="0"/>
              <a:t>30/04/2025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1AFE9F-6B8A-F0A5-CC40-02BBB01EA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386EC-A52C-B5EB-397B-9A533C885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E580-FA74-4DB1-B927-E28C7E4CB32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21835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E6418-FE27-AB3A-4529-5E179755B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F5976-8810-A235-13D9-EF1B400B53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EB53B-0C9C-8950-A99C-EA1035E2F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3E30-6600-4322-A21C-51B7E887505B}" type="datetimeFigureOut">
              <a:rPr lang="en-ID" smtClean="0"/>
              <a:t>30/04/2025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C0C23-F310-28CB-D9E0-80C4C8370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B43D0-B729-94D9-9283-2B329BFE0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E580-FA74-4DB1-B927-E28C7E4CB32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44898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2FF1CD-4E68-2BCD-835B-4AFAAE1E38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5B57D4-32C4-C625-2732-A6AD6AAC8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1040D-F8B8-D873-F955-5E7CFC5AC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D3E30-6600-4322-A21C-51B7E887505B}" type="datetimeFigureOut">
              <a:rPr lang="en-ID" smtClean="0"/>
              <a:t>30/04/2025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93C838-E09B-BF84-344E-AF3A9C187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75143-A04D-82BB-2AAB-27F1809B2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E580-FA74-4DB1-B927-E28C7E4CB32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57943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4F62D4-5A88-68E7-605C-044FED1DB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5FC04-15A3-14B5-1EFC-54B3C55FD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9A830-BA26-CA68-284C-56B1EF13D6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5D3E30-6600-4322-A21C-51B7E887505B}" type="datetimeFigureOut">
              <a:rPr lang="en-ID" smtClean="0"/>
              <a:t>30/04/2025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9EBAA-343E-DF76-DF7A-8A79EC02EA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4BE31D-A737-F401-5C09-8EDA98A523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C6E580-FA74-4DB1-B927-E28C7E4CB32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7753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C0AAD16-2B08-5DFC-7DE4-20A63F5A6EB0}"/>
              </a:ext>
            </a:extLst>
          </p:cNvPr>
          <p:cNvSpPr txBox="1"/>
          <p:nvPr/>
        </p:nvSpPr>
        <p:spPr>
          <a:xfrm>
            <a:off x="3267917" y="327401"/>
            <a:ext cx="56561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spc="600" dirty="0">
                <a:solidFill>
                  <a:schemeClr val="bg1"/>
                </a:solidFill>
                <a:effectLst>
                  <a:glow rad="228600">
                    <a:schemeClr val="bg1">
                      <a:alpha val="20000"/>
                    </a:schemeClr>
                  </a:glow>
                </a:effectLst>
                <a:latin typeface="LEMON MILK" panose="00000500000000000000" pitchFamily="50" charset="0"/>
              </a:rPr>
              <a:t>TIMELINE Slide</a:t>
            </a:r>
            <a:endParaRPr lang="en-ID" sz="3200" b="1" spc="600" dirty="0">
              <a:solidFill>
                <a:schemeClr val="bg1"/>
              </a:solidFill>
              <a:effectLst>
                <a:glow rad="228600">
                  <a:schemeClr val="bg1">
                    <a:alpha val="20000"/>
                  </a:schemeClr>
                </a:glow>
              </a:effectLst>
              <a:latin typeface="LEMON MILK" panose="00000500000000000000" pitchFamily="50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110509D-08E8-D780-46F6-CC5D0BC9693C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-1" y="3954780"/>
            <a:ext cx="21672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3B4EA63D-5D6B-978B-E3C6-14BBDE64AEEC}"/>
              </a:ext>
            </a:extLst>
          </p:cNvPr>
          <p:cNvSpPr/>
          <p:nvPr/>
        </p:nvSpPr>
        <p:spPr>
          <a:xfrm>
            <a:off x="2167199" y="3870180"/>
            <a:ext cx="169200" cy="169200"/>
          </a:xfrm>
          <a:prstGeom prst="ellipse">
            <a:avLst/>
          </a:prstGeom>
          <a:solidFill>
            <a:srgbClr val="FA2312"/>
          </a:solidFill>
          <a:ln>
            <a:noFill/>
          </a:ln>
          <a:effectLst>
            <a:glow rad="228600">
              <a:srgbClr val="FA2312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38C0C84-9BCE-C230-0909-4A653701166A}"/>
              </a:ext>
            </a:extLst>
          </p:cNvPr>
          <p:cNvSpPr/>
          <p:nvPr/>
        </p:nvSpPr>
        <p:spPr>
          <a:xfrm>
            <a:off x="4102680" y="3870180"/>
            <a:ext cx="169200" cy="169200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glow rad="2286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E566967-22B9-0966-1646-9306776EFB8B}"/>
              </a:ext>
            </a:extLst>
          </p:cNvPr>
          <p:cNvSpPr/>
          <p:nvPr/>
        </p:nvSpPr>
        <p:spPr>
          <a:xfrm>
            <a:off x="6011400" y="3870180"/>
            <a:ext cx="169200" cy="169200"/>
          </a:xfrm>
          <a:prstGeom prst="ellipse">
            <a:avLst/>
          </a:prstGeom>
          <a:solidFill>
            <a:srgbClr val="3DDFDA"/>
          </a:solidFill>
          <a:ln>
            <a:noFill/>
          </a:ln>
          <a:effectLst>
            <a:glow rad="228600">
              <a:srgbClr val="3DDFDA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C1F4DE4-4C09-58E5-0D77-1A16694CF926}"/>
              </a:ext>
            </a:extLst>
          </p:cNvPr>
          <p:cNvSpPr/>
          <p:nvPr/>
        </p:nvSpPr>
        <p:spPr>
          <a:xfrm>
            <a:off x="7933500" y="3870180"/>
            <a:ext cx="169200" cy="169200"/>
          </a:xfrm>
          <a:prstGeom prst="ellipse">
            <a:avLst/>
          </a:prstGeom>
          <a:solidFill>
            <a:srgbClr val="42D655"/>
          </a:solidFill>
          <a:ln>
            <a:noFill/>
          </a:ln>
          <a:effectLst>
            <a:glow rad="228600">
              <a:srgbClr val="42D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627B17F-9B1F-D164-6947-55C79460EFCE}"/>
              </a:ext>
            </a:extLst>
          </p:cNvPr>
          <p:cNvSpPr/>
          <p:nvPr/>
        </p:nvSpPr>
        <p:spPr>
          <a:xfrm>
            <a:off x="9855600" y="3870180"/>
            <a:ext cx="169200" cy="169200"/>
          </a:xfrm>
          <a:prstGeom prst="ellipse">
            <a:avLst/>
          </a:prstGeom>
          <a:solidFill>
            <a:srgbClr val="3E08FD"/>
          </a:solidFill>
          <a:ln>
            <a:noFill/>
          </a:ln>
          <a:effectLst>
            <a:glow rad="228600">
              <a:srgbClr val="3E08FD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76D9E53-E843-12F9-4E8A-4F17EC450C46}"/>
              </a:ext>
            </a:extLst>
          </p:cNvPr>
          <p:cNvCxnSpPr/>
          <p:nvPr/>
        </p:nvCxnSpPr>
        <p:spPr>
          <a:xfrm>
            <a:off x="10024800" y="3954780"/>
            <a:ext cx="21672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6A4CA8C-A533-7B71-0C1A-B411A76ACAA5}"/>
              </a:ext>
            </a:extLst>
          </p:cNvPr>
          <p:cNvCxnSpPr>
            <a:cxnSpLocks/>
            <a:stCxn id="12" idx="6"/>
            <a:endCxn id="13" idx="2"/>
          </p:cNvCxnSpPr>
          <p:nvPr/>
        </p:nvCxnSpPr>
        <p:spPr>
          <a:xfrm>
            <a:off x="2336399" y="3954780"/>
            <a:ext cx="176628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3665681-C1A9-460B-4AF1-CFCE95C15603}"/>
              </a:ext>
            </a:extLst>
          </p:cNvPr>
          <p:cNvCxnSpPr>
            <a:cxnSpLocks/>
            <a:stCxn id="14" idx="6"/>
            <a:endCxn id="15" idx="2"/>
          </p:cNvCxnSpPr>
          <p:nvPr/>
        </p:nvCxnSpPr>
        <p:spPr>
          <a:xfrm>
            <a:off x="6180600" y="3954780"/>
            <a:ext cx="1752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4E1D2FE-0194-39EA-BB24-B62D607D1C8D}"/>
              </a:ext>
            </a:extLst>
          </p:cNvPr>
          <p:cNvCxnSpPr>
            <a:cxnSpLocks/>
            <a:stCxn id="13" idx="6"/>
            <a:endCxn id="14" idx="2"/>
          </p:cNvCxnSpPr>
          <p:nvPr/>
        </p:nvCxnSpPr>
        <p:spPr>
          <a:xfrm>
            <a:off x="4271880" y="3954780"/>
            <a:ext cx="173952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E172708-684B-A6F4-B310-E799B3505A2F}"/>
              </a:ext>
            </a:extLst>
          </p:cNvPr>
          <p:cNvCxnSpPr>
            <a:cxnSpLocks/>
            <a:stCxn id="15" idx="6"/>
            <a:endCxn id="16" idx="2"/>
          </p:cNvCxnSpPr>
          <p:nvPr/>
        </p:nvCxnSpPr>
        <p:spPr>
          <a:xfrm>
            <a:off x="8102700" y="3954780"/>
            <a:ext cx="1752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7329617E-D47C-3478-25FC-25F89C58DBAF}"/>
              </a:ext>
            </a:extLst>
          </p:cNvPr>
          <p:cNvSpPr/>
          <p:nvPr/>
        </p:nvSpPr>
        <p:spPr>
          <a:xfrm>
            <a:off x="5352166" y="1041787"/>
            <a:ext cx="173492" cy="173492"/>
          </a:xfrm>
          <a:prstGeom prst="ellipse">
            <a:avLst/>
          </a:prstGeom>
          <a:solidFill>
            <a:srgbClr val="FA231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6687A23-7220-C72A-04B6-E09CAE16BE9E}"/>
              </a:ext>
            </a:extLst>
          </p:cNvPr>
          <p:cNvSpPr/>
          <p:nvPr/>
        </p:nvSpPr>
        <p:spPr>
          <a:xfrm>
            <a:off x="6009254" y="1042438"/>
            <a:ext cx="173492" cy="173492"/>
          </a:xfrm>
          <a:prstGeom prst="ellipse">
            <a:avLst/>
          </a:prstGeom>
          <a:solidFill>
            <a:srgbClr val="3DDFDA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A914716-C2D1-F172-3894-808A86329C7E}"/>
              </a:ext>
            </a:extLst>
          </p:cNvPr>
          <p:cNvSpPr/>
          <p:nvPr/>
        </p:nvSpPr>
        <p:spPr>
          <a:xfrm>
            <a:off x="6336311" y="1041787"/>
            <a:ext cx="173492" cy="173492"/>
          </a:xfrm>
          <a:prstGeom prst="ellipse">
            <a:avLst/>
          </a:prstGeom>
          <a:solidFill>
            <a:srgbClr val="42D655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C303803-6519-1DAD-29FA-CC9EA4C01D1B}"/>
              </a:ext>
            </a:extLst>
          </p:cNvPr>
          <p:cNvSpPr/>
          <p:nvPr/>
        </p:nvSpPr>
        <p:spPr>
          <a:xfrm>
            <a:off x="5682197" y="1041787"/>
            <a:ext cx="173492" cy="173492"/>
          </a:xfrm>
          <a:prstGeom prst="ellipse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A07E13C-CAD6-17E0-2E3A-BB0803EF9C77}"/>
              </a:ext>
            </a:extLst>
          </p:cNvPr>
          <p:cNvSpPr/>
          <p:nvPr/>
        </p:nvSpPr>
        <p:spPr>
          <a:xfrm>
            <a:off x="6663287" y="1041787"/>
            <a:ext cx="173492" cy="173492"/>
          </a:xfrm>
          <a:prstGeom prst="ellipse">
            <a:avLst/>
          </a:prstGeom>
          <a:solidFill>
            <a:srgbClr val="3E08FD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2" name="Circle: Hollow 41">
            <a:extLst>
              <a:ext uri="{FF2B5EF4-FFF2-40B4-BE49-F238E27FC236}">
                <a16:creationId xmlns:a16="http://schemas.microsoft.com/office/drawing/2014/main" id="{4EB37E54-D607-0E6C-CB38-05ECDD14706D}"/>
              </a:ext>
            </a:extLst>
          </p:cNvPr>
          <p:cNvSpPr/>
          <p:nvPr/>
        </p:nvSpPr>
        <p:spPr>
          <a:xfrm>
            <a:off x="2089799" y="3792780"/>
            <a:ext cx="324000" cy="324000"/>
          </a:xfrm>
          <a:prstGeom prst="donut">
            <a:avLst>
              <a:gd name="adj" fmla="val 5497"/>
            </a:avLst>
          </a:prstGeom>
          <a:solidFill>
            <a:srgbClr val="FA23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43" name="Circle: Hollow 42">
            <a:extLst>
              <a:ext uri="{FF2B5EF4-FFF2-40B4-BE49-F238E27FC236}">
                <a16:creationId xmlns:a16="http://schemas.microsoft.com/office/drawing/2014/main" id="{1C0D735A-53DF-09E8-96B1-049532B197F5}"/>
              </a:ext>
            </a:extLst>
          </p:cNvPr>
          <p:cNvSpPr/>
          <p:nvPr/>
        </p:nvSpPr>
        <p:spPr>
          <a:xfrm>
            <a:off x="2019586" y="3722567"/>
            <a:ext cx="464425" cy="464425"/>
          </a:xfrm>
          <a:prstGeom prst="donut">
            <a:avLst>
              <a:gd name="adj" fmla="val 5497"/>
            </a:avLst>
          </a:prstGeom>
          <a:solidFill>
            <a:srgbClr val="FA23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CE6AD6F-F559-EBAE-211F-B9F3BABEEE94}"/>
              </a:ext>
            </a:extLst>
          </p:cNvPr>
          <p:cNvCxnSpPr>
            <a:cxnSpLocks/>
            <a:stCxn id="12" idx="4"/>
          </p:cNvCxnSpPr>
          <p:nvPr/>
        </p:nvCxnSpPr>
        <p:spPr>
          <a:xfrm>
            <a:off x="2251799" y="4039380"/>
            <a:ext cx="0" cy="1404000"/>
          </a:xfrm>
          <a:prstGeom prst="line">
            <a:avLst/>
          </a:prstGeom>
          <a:ln>
            <a:solidFill>
              <a:srgbClr val="FA23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C1E6522C-A44D-AF7F-7020-1CCD8C22656F}"/>
              </a:ext>
            </a:extLst>
          </p:cNvPr>
          <p:cNvSpPr/>
          <p:nvPr/>
        </p:nvSpPr>
        <p:spPr>
          <a:xfrm>
            <a:off x="2188798" y="5436690"/>
            <a:ext cx="126000" cy="126000"/>
          </a:xfrm>
          <a:prstGeom prst="ellipse">
            <a:avLst/>
          </a:prstGeom>
          <a:solidFill>
            <a:srgbClr val="FA2312"/>
          </a:solidFill>
          <a:ln>
            <a:noFill/>
          </a:ln>
          <a:effectLst>
            <a:glow rad="228600">
              <a:srgbClr val="FA2312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9" name="Circle: Hollow 48">
            <a:extLst>
              <a:ext uri="{FF2B5EF4-FFF2-40B4-BE49-F238E27FC236}">
                <a16:creationId xmlns:a16="http://schemas.microsoft.com/office/drawing/2014/main" id="{12873C3F-DC5F-7A42-A7D4-97C65D233EF5}"/>
              </a:ext>
            </a:extLst>
          </p:cNvPr>
          <p:cNvSpPr/>
          <p:nvPr/>
        </p:nvSpPr>
        <p:spPr>
          <a:xfrm>
            <a:off x="4024786" y="3792780"/>
            <a:ext cx="324000" cy="324000"/>
          </a:xfrm>
          <a:prstGeom prst="donut">
            <a:avLst>
              <a:gd name="adj" fmla="val 5497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50" name="Circle: Hollow 49">
            <a:extLst>
              <a:ext uri="{FF2B5EF4-FFF2-40B4-BE49-F238E27FC236}">
                <a16:creationId xmlns:a16="http://schemas.microsoft.com/office/drawing/2014/main" id="{D20E254A-4F3C-831D-0CA5-E02E9F3CDBD5}"/>
              </a:ext>
            </a:extLst>
          </p:cNvPr>
          <p:cNvSpPr/>
          <p:nvPr/>
        </p:nvSpPr>
        <p:spPr>
          <a:xfrm>
            <a:off x="3954573" y="3722567"/>
            <a:ext cx="464425" cy="464425"/>
          </a:xfrm>
          <a:prstGeom prst="donut">
            <a:avLst>
              <a:gd name="adj" fmla="val 5497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716D5D2-5E82-B140-5B9F-056098B48DAE}"/>
              </a:ext>
            </a:extLst>
          </p:cNvPr>
          <p:cNvCxnSpPr>
            <a:cxnSpLocks/>
          </p:cNvCxnSpPr>
          <p:nvPr/>
        </p:nvCxnSpPr>
        <p:spPr>
          <a:xfrm>
            <a:off x="4186786" y="2466180"/>
            <a:ext cx="0" cy="140400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>
            <a:extLst>
              <a:ext uri="{FF2B5EF4-FFF2-40B4-BE49-F238E27FC236}">
                <a16:creationId xmlns:a16="http://schemas.microsoft.com/office/drawing/2014/main" id="{FEDD2614-B03E-870B-AE28-0A809CA43EBA}"/>
              </a:ext>
            </a:extLst>
          </p:cNvPr>
          <p:cNvSpPr/>
          <p:nvPr/>
        </p:nvSpPr>
        <p:spPr>
          <a:xfrm>
            <a:off x="4123785" y="2340180"/>
            <a:ext cx="126000" cy="126000"/>
          </a:xfrm>
          <a:prstGeom prst="ellipse">
            <a:avLst/>
          </a:prstGeom>
          <a:solidFill>
            <a:srgbClr val="FFFF00"/>
          </a:solidFill>
          <a:ln>
            <a:noFill/>
          </a:ln>
          <a:effectLst>
            <a:glow rad="228600">
              <a:srgbClr val="FFFF00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3" name="Circle: Hollow 52">
            <a:extLst>
              <a:ext uri="{FF2B5EF4-FFF2-40B4-BE49-F238E27FC236}">
                <a16:creationId xmlns:a16="http://schemas.microsoft.com/office/drawing/2014/main" id="{82C83E17-9ED2-920E-AC67-9C9D7BE95D8B}"/>
              </a:ext>
            </a:extLst>
          </p:cNvPr>
          <p:cNvSpPr/>
          <p:nvPr/>
        </p:nvSpPr>
        <p:spPr>
          <a:xfrm>
            <a:off x="5934000" y="3792780"/>
            <a:ext cx="324000" cy="324000"/>
          </a:xfrm>
          <a:prstGeom prst="donut">
            <a:avLst>
              <a:gd name="adj" fmla="val 5497"/>
            </a:avLst>
          </a:prstGeom>
          <a:solidFill>
            <a:srgbClr val="3DDF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54" name="Circle: Hollow 53">
            <a:extLst>
              <a:ext uri="{FF2B5EF4-FFF2-40B4-BE49-F238E27FC236}">
                <a16:creationId xmlns:a16="http://schemas.microsoft.com/office/drawing/2014/main" id="{E6AC79D3-D48C-058B-39D4-80012E5FB015}"/>
              </a:ext>
            </a:extLst>
          </p:cNvPr>
          <p:cNvSpPr/>
          <p:nvPr/>
        </p:nvSpPr>
        <p:spPr>
          <a:xfrm>
            <a:off x="5863787" y="3722567"/>
            <a:ext cx="464425" cy="464425"/>
          </a:xfrm>
          <a:prstGeom prst="donut">
            <a:avLst>
              <a:gd name="adj" fmla="val 5497"/>
            </a:avLst>
          </a:prstGeom>
          <a:solidFill>
            <a:srgbClr val="3DDF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A371912-B52B-A74E-BA0D-720628F1ECF4}"/>
              </a:ext>
            </a:extLst>
          </p:cNvPr>
          <p:cNvCxnSpPr>
            <a:cxnSpLocks/>
          </p:cNvCxnSpPr>
          <p:nvPr/>
        </p:nvCxnSpPr>
        <p:spPr>
          <a:xfrm>
            <a:off x="6096000" y="4039380"/>
            <a:ext cx="0" cy="1404000"/>
          </a:xfrm>
          <a:prstGeom prst="line">
            <a:avLst/>
          </a:prstGeom>
          <a:ln>
            <a:solidFill>
              <a:srgbClr val="3DD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>
            <a:extLst>
              <a:ext uri="{FF2B5EF4-FFF2-40B4-BE49-F238E27FC236}">
                <a16:creationId xmlns:a16="http://schemas.microsoft.com/office/drawing/2014/main" id="{445F8158-E400-8CAE-6B0C-7862A0A0C4A3}"/>
              </a:ext>
            </a:extLst>
          </p:cNvPr>
          <p:cNvSpPr/>
          <p:nvPr/>
        </p:nvSpPr>
        <p:spPr>
          <a:xfrm>
            <a:off x="6032999" y="5436690"/>
            <a:ext cx="126000" cy="126000"/>
          </a:xfrm>
          <a:prstGeom prst="ellipse">
            <a:avLst/>
          </a:prstGeom>
          <a:solidFill>
            <a:srgbClr val="3DDFDA"/>
          </a:solidFill>
          <a:ln>
            <a:noFill/>
          </a:ln>
          <a:effectLst>
            <a:glow rad="228600">
              <a:srgbClr val="3DDFDA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7" name="Circle: Hollow 56">
            <a:extLst>
              <a:ext uri="{FF2B5EF4-FFF2-40B4-BE49-F238E27FC236}">
                <a16:creationId xmlns:a16="http://schemas.microsoft.com/office/drawing/2014/main" id="{7A7E43A1-B1C3-FD56-3651-391779652F4C}"/>
              </a:ext>
            </a:extLst>
          </p:cNvPr>
          <p:cNvSpPr/>
          <p:nvPr/>
        </p:nvSpPr>
        <p:spPr>
          <a:xfrm>
            <a:off x="7857602" y="3792780"/>
            <a:ext cx="324000" cy="324000"/>
          </a:xfrm>
          <a:prstGeom prst="donut">
            <a:avLst>
              <a:gd name="adj" fmla="val 5497"/>
            </a:avLst>
          </a:prstGeom>
          <a:solidFill>
            <a:srgbClr val="42D6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58" name="Circle: Hollow 57">
            <a:extLst>
              <a:ext uri="{FF2B5EF4-FFF2-40B4-BE49-F238E27FC236}">
                <a16:creationId xmlns:a16="http://schemas.microsoft.com/office/drawing/2014/main" id="{7578B030-C31C-D4A4-AEF0-E1F810F99D1D}"/>
              </a:ext>
            </a:extLst>
          </p:cNvPr>
          <p:cNvSpPr/>
          <p:nvPr/>
        </p:nvSpPr>
        <p:spPr>
          <a:xfrm>
            <a:off x="7787389" y="3722567"/>
            <a:ext cx="464425" cy="464425"/>
          </a:xfrm>
          <a:prstGeom prst="donut">
            <a:avLst>
              <a:gd name="adj" fmla="val 5497"/>
            </a:avLst>
          </a:prstGeom>
          <a:solidFill>
            <a:srgbClr val="42D65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2524F8A6-5631-6253-03C4-828AAEFD27BE}"/>
              </a:ext>
            </a:extLst>
          </p:cNvPr>
          <p:cNvCxnSpPr>
            <a:cxnSpLocks/>
          </p:cNvCxnSpPr>
          <p:nvPr/>
        </p:nvCxnSpPr>
        <p:spPr>
          <a:xfrm>
            <a:off x="8019602" y="2466180"/>
            <a:ext cx="0" cy="1404000"/>
          </a:xfrm>
          <a:prstGeom prst="line">
            <a:avLst/>
          </a:prstGeom>
          <a:ln>
            <a:solidFill>
              <a:srgbClr val="42D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>
            <a:extLst>
              <a:ext uri="{FF2B5EF4-FFF2-40B4-BE49-F238E27FC236}">
                <a16:creationId xmlns:a16="http://schemas.microsoft.com/office/drawing/2014/main" id="{7D5CC420-E32D-5B41-34CA-2F2D5E595B0D}"/>
              </a:ext>
            </a:extLst>
          </p:cNvPr>
          <p:cNvSpPr/>
          <p:nvPr/>
        </p:nvSpPr>
        <p:spPr>
          <a:xfrm>
            <a:off x="7956601" y="2340180"/>
            <a:ext cx="126000" cy="126000"/>
          </a:xfrm>
          <a:prstGeom prst="ellipse">
            <a:avLst/>
          </a:prstGeom>
          <a:solidFill>
            <a:srgbClr val="42D655"/>
          </a:solidFill>
          <a:ln>
            <a:noFill/>
          </a:ln>
          <a:effectLst>
            <a:glow rad="228600">
              <a:srgbClr val="42D655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61" name="Circle: Hollow 60">
            <a:extLst>
              <a:ext uri="{FF2B5EF4-FFF2-40B4-BE49-F238E27FC236}">
                <a16:creationId xmlns:a16="http://schemas.microsoft.com/office/drawing/2014/main" id="{B9A8DECA-DA24-A02A-4F14-570C75FBC2F2}"/>
              </a:ext>
            </a:extLst>
          </p:cNvPr>
          <p:cNvSpPr/>
          <p:nvPr/>
        </p:nvSpPr>
        <p:spPr>
          <a:xfrm>
            <a:off x="9773991" y="3792780"/>
            <a:ext cx="324000" cy="324000"/>
          </a:xfrm>
          <a:prstGeom prst="donut">
            <a:avLst>
              <a:gd name="adj" fmla="val 5497"/>
            </a:avLst>
          </a:prstGeom>
          <a:solidFill>
            <a:srgbClr val="3E08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sp>
        <p:nvSpPr>
          <p:cNvPr id="62" name="Circle: Hollow 61">
            <a:extLst>
              <a:ext uri="{FF2B5EF4-FFF2-40B4-BE49-F238E27FC236}">
                <a16:creationId xmlns:a16="http://schemas.microsoft.com/office/drawing/2014/main" id="{BEDADF07-93AF-315D-9912-0202380E7276}"/>
              </a:ext>
            </a:extLst>
          </p:cNvPr>
          <p:cNvSpPr/>
          <p:nvPr/>
        </p:nvSpPr>
        <p:spPr>
          <a:xfrm>
            <a:off x="9703778" y="3722567"/>
            <a:ext cx="464425" cy="464425"/>
          </a:xfrm>
          <a:prstGeom prst="donut">
            <a:avLst>
              <a:gd name="adj" fmla="val 5497"/>
            </a:avLst>
          </a:prstGeom>
          <a:solidFill>
            <a:srgbClr val="3E08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>
              <a:solidFill>
                <a:schemeClr val="tx1"/>
              </a:solidFill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B8C48AD-DB6D-87DE-5067-067FDDB8248A}"/>
              </a:ext>
            </a:extLst>
          </p:cNvPr>
          <p:cNvCxnSpPr>
            <a:cxnSpLocks/>
          </p:cNvCxnSpPr>
          <p:nvPr/>
        </p:nvCxnSpPr>
        <p:spPr>
          <a:xfrm>
            <a:off x="9935991" y="4039380"/>
            <a:ext cx="0" cy="1404000"/>
          </a:xfrm>
          <a:prstGeom prst="line">
            <a:avLst/>
          </a:prstGeom>
          <a:ln>
            <a:solidFill>
              <a:srgbClr val="3E08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63">
            <a:extLst>
              <a:ext uri="{FF2B5EF4-FFF2-40B4-BE49-F238E27FC236}">
                <a16:creationId xmlns:a16="http://schemas.microsoft.com/office/drawing/2014/main" id="{C0147F29-0DFE-F2A6-4BD9-1B91B139090B}"/>
              </a:ext>
            </a:extLst>
          </p:cNvPr>
          <p:cNvSpPr/>
          <p:nvPr/>
        </p:nvSpPr>
        <p:spPr>
          <a:xfrm>
            <a:off x="9872990" y="5436690"/>
            <a:ext cx="126000" cy="126000"/>
          </a:xfrm>
          <a:prstGeom prst="ellipse">
            <a:avLst/>
          </a:prstGeom>
          <a:solidFill>
            <a:srgbClr val="3E08FD"/>
          </a:solidFill>
          <a:ln>
            <a:noFill/>
          </a:ln>
          <a:effectLst>
            <a:glow rad="228600">
              <a:srgbClr val="3E08FD">
                <a:alpha val="40000"/>
              </a:srgb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55DE07F-7636-ADD1-1EF1-0DFD74EFB5CD}"/>
              </a:ext>
            </a:extLst>
          </p:cNvPr>
          <p:cNvCxnSpPr>
            <a:cxnSpLocks/>
          </p:cNvCxnSpPr>
          <p:nvPr/>
        </p:nvCxnSpPr>
        <p:spPr>
          <a:xfrm rot="5400000">
            <a:off x="2251799" y="5102488"/>
            <a:ext cx="0" cy="2592000"/>
          </a:xfrm>
          <a:prstGeom prst="line">
            <a:avLst/>
          </a:prstGeom>
          <a:ln>
            <a:solidFill>
              <a:srgbClr val="FA23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1873BD99-CF6D-D9B9-79A0-4D3FB4283396}"/>
              </a:ext>
            </a:extLst>
          </p:cNvPr>
          <p:cNvSpPr txBox="1"/>
          <p:nvPr/>
        </p:nvSpPr>
        <p:spPr>
          <a:xfrm>
            <a:off x="879802" y="5793327"/>
            <a:ext cx="2734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Put your text here. This is where your idea begins to take shape.</a:t>
            </a:r>
            <a:endParaRPr lang="en-ID" sz="140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B29ED45-7E66-A1A5-E45E-52DA661764B0}"/>
              </a:ext>
            </a:extLst>
          </p:cNvPr>
          <p:cNvCxnSpPr>
            <a:cxnSpLocks/>
          </p:cNvCxnSpPr>
          <p:nvPr/>
        </p:nvCxnSpPr>
        <p:spPr>
          <a:xfrm rot="5400000">
            <a:off x="6100642" y="5102488"/>
            <a:ext cx="0" cy="2592000"/>
          </a:xfrm>
          <a:prstGeom prst="line">
            <a:avLst/>
          </a:prstGeom>
          <a:ln>
            <a:solidFill>
              <a:srgbClr val="3DDF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E2787566-1DB0-64FA-E371-2EEDD02EA412}"/>
              </a:ext>
            </a:extLst>
          </p:cNvPr>
          <p:cNvSpPr txBox="1"/>
          <p:nvPr/>
        </p:nvSpPr>
        <p:spPr>
          <a:xfrm>
            <a:off x="4728645" y="5793327"/>
            <a:ext cx="2734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Put your text here. This is where your idea begins to take shape.</a:t>
            </a:r>
            <a:endParaRPr lang="en-ID" sz="140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AE655AE7-9A49-5275-BA77-4E250D0EE538}"/>
              </a:ext>
            </a:extLst>
          </p:cNvPr>
          <p:cNvCxnSpPr>
            <a:cxnSpLocks/>
          </p:cNvCxnSpPr>
          <p:nvPr/>
        </p:nvCxnSpPr>
        <p:spPr>
          <a:xfrm rot="5400000">
            <a:off x="9949485" y="5102488"/>
            <a:ext cx="0" cy="2592000"/>
          </a:xfrm>
          <a:prstGeom prst="line">
            <a:avLst/>
          </a:prstGeom>
          <a:ln>
            <a:solidFill>
              <a:srgbClr val="3E08F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436342FE-7842-D560-60CC-4792A119D6C1}"/>
              </a:ext>
            </a:extLst>
          </p:cNvPr>
          <p:cNvSpPr txBox="1"/>
          <p:nvPr/>
        </p:nvSpPr>
        <p:spPr>
          <a:xfrm>
            <a:off x="8577488" y="5793327"/>
            <a:ext cx="2734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Put your text here. This is where your idea begins to take shape.</a:t>
            </a:r>
            <a:endParaRPr lang="en-ID" sz="140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0CAC5C6-46FF-EEAF-52F9-AE9DB58727FA}"/>
              </a:ext>
            </a:extLst>
          </p:cNvPr>
          <p:cNvCxnSpPr>
            <a:cxnSpLocks/>
          </p:cNvCxnSpPr>
          <p:nvPr/>
        </p:nvCxnSpPr>
        <p:spPr>
          <a:xfrm rot="5400000">
            <a:off x="4186786" y="251184"/>
            <a:ext cx="0" cy="2592000"/>
          </a:xfrm>
          <a:prstGeom prst="line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91766F2E-526A-EA37-3CDD-5DE976EB36D7}"/>
              </a:ext>
            </a:extLst>
          </p:cNvPr>
          <p:cNvSpPr txBox="1"/>
          <p:nvPr/>
        </p:nvSpPr>
        <p:spPr>
          <a:xfrm>
            <a:off x="2790948" y="1652005"/>
            <a:ext cx="2734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Put your text here. This is where your idea begins to take shape.</a:t>
            </a:r>
            <a:endParaRPr lang="en-ID" sz="1400" dirty="0">
              <a:solidFill>
                <a:schemeClr val="bg1"/>
              </a:solidFill>
              <a:latin typeface="+mj-lt"/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2240741-72BC-1751-40B0-564A76398C1D}"/>
              </a:ext>
            </a:extLst>
          </p:cNvPr>
          <p:cNvCxnSpPr>
            <a:cxnSpLocks/>
          </p:cNvCxnSpPr>
          <p:nvPr/>
        </p:nvCxnSpPr>
        <p:spPr>
          <a:xfrm rot="5400000">
            <a:off x="8062180" y="251184"/>
            <a:ext cx="0" cy="2592000"/>
          </a:xfrm>
          <a:prstGeom prst="line">
            <a:avLst/>
          </a:prstGeom>
          <a:ln>
            <a:solidFill>
              <a:srgbClr val="42D6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E8E8D9E7-D195-E725-8110-38AE5A2C7B01}"/>
              </a:ext>
            </a:extLst>
          </p:cNvPr>
          <p:cNvSpPr txBox="1"/>
          <p:nvPr/>
        </p:nvSpPr>
        <p:spPr>
          <a:xfrm>
            <a:off x="6666342" y="1652005"/>
            <a:ext cx="27347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+mj-lt"/>
              </a:rPr>
              <a:t>Put your text here. This is where your idea begins to take shape.</a:t>
            </a:r>
            <a:endParaRPr lang="en-ID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7740B7B-658D-8638-38C3-71950C3E6854}"/>
              </a:ext>
            </a:extLst>
          </p:cNvPr>
          <p:cNvSpPr txBox="1"/>
          <p:nvPr/>
        </p:nvSpPr>
        <p:spPr>
          <a:xfrm>
            <a:off x="1506377" y="3116310"/>
            <a:ext cx="1481559" cy="46166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A2312"/>
                </a:solidFill>
                <a:effectLst/>
                <a:latin typeface="LEMON MILK" panose="00000500000000000000" pitchFamily="50" charset="0"/>
              </a:rPr>
              <a:t>2019</a:t>
            </a:r>
            <a:endParaRPr lang="en-ID" sz="2400" dirty="0">
              <a:solidFill>
                <a:srgbClr val="FA2312"/>
              </a:solidFill>
              <a:effectLst/>
              <a:latin typeface="LEMON MILK" panose="00000500000000000000" pitchFamily="50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2F41913-EEF6-DDDA-4C8A-3CACFC962998}"/>
              </a:ext>
            </a:extLst>
          </p:cNvPr>
          <p:cNvSpPr txBox="1"/>
          <p:nvPr/>
        </p:nvSpPr>
        <p:spPr>
          <a:xfrm>
            <a:off x="3446005" y="4400418"/>
            <a:ext cx="14815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FF00"/>
                </a:solidFill>
                <a:effectLst/>
                <a:latin typeface="LEMON MILK" panose="00000500000000000000" pitchFamily="50" charset="0"/>
              </a:rPr>
              <a:t>2020</a:t>
            </a:r>
            <a:endParaRPr lang="en-ID" sz="2400" dirty="0">
              <a:solidFill>
                <a:srgbClr val="FFFF00"/>
              </a:solidFill>
              <a:effectLst/>
              <a:latin typeface="LEMON MILK" panose="00000500000000000000" pitchFamily="50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902A32D-C5A6-7458-D105-734A7F6FFAB6}"/>
              </a:ext>
            </a:extLst>
          </p:cNvPr>
          <p:cNvSpPr txBox="1"/>
          <p:nvPr/>
        </p:nvSpPr>
        <p:spPr>
          <a:xfrm>
            <a:off x="5363268" y="3107130"/>
            <a:ext cx="14815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3DDFDA"/>
                </a:solidFill>
                <a:latin typeface="LEMON MILK" panose="00000500000000000000" pitchFamily="50" charset="0"/>
              </a:rPr>
              <a:t>2021</a:t>
            </a:r>
            <a:endParaRPr lang="en-ID" sz="2400" dirty="0">
              <a:solidFill>
                <a:srgbClr val="3DDFDA"/>
              </a:solidFill>
              <a:latin typeface="LEMON MILK" panose="00000500000000000000" pitchFamily="50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D22DF4B-D462-9EB1-0ADA-62F563891D88}"/>
              </a:ext>
            </a:extLst>
          </p:cNvPr>
          <p:cNvSpPr txBox="1"/>
          <p:nvPr/>
        </p:nvSpPr>
        <p:spPr>
          <a:xfrm>
            <a:off x="7297430" y="4400417"/>
            <a:ext cx="14815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42D655"/>
                </a:solidFill>
                <a:latin typeface="LEMON MILK" panose="00000500000000000000" pitchFamily="50" charset="0"/>
              </a:rPr>
              <a:t>2022</a:t>
            </a:r>
            <a:endParaRPr lang="en-ID" sz="2400" dirty="0">
              <a:solidFill>
                <a:srgbClr val="42D655"/>
              </a:solidFill>
              <a:latin typeface="LEMON MILK" panose="00000500000000000000" pitchFamily="50" charset="0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94B60DA-E179-515D-A15A-9BE026BD150F}"/>
              </a:ext>
            </a:extLst>
          </p:cNvPr>
          <p:cNvSpPr txBox="1"/>
          <p:nvPr/>
        </p:nvSpPr>
        <p:spPr>
          <a:xfrm>
            <a:off x="9207187" y="3110205"/>
            <a:ext cx="14815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3E08FD"/>
                </a:solidFill>
                <a:latin typeface="LEMON MILK" panose="00000500000000000000" pitchFamily="50" charset="0"/>
              </a:rPr>
              <a:t>2023</a:t>
            </a:r>
            <a:endParaRPr lang="en-ID" sz="2400" dirty="0">
              <a:solidFill>
                <a:srgbClr val="3E08FD"/>
              </a:solidFill>
              <a:latin typeface="LEMON MILK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592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1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5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1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8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1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3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1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2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1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3500"/>
                            </p:stCondLst>
                            <p:childTnLst>
                              <p:par>
                                <p:cTn id="1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42" grpId="0" animBg="1"/>
      <p:bldP spid="43" grpId="0" animBg="1"/>
      <p:bldP spid="48" grpId="0" animBg="1"/>
      <p:bldP spid="49" grpId="0" animBg="1"/>
      <p:bldP spid="50" grpId="0" animBg="1"/>
      <p:bldP spid="52" grpId="0" animBg="1"/>
      <p:bldP spid="53" grpId="0" animBg="1"/>
      <p:bldP spid="54" grpId="0" animBg="1"/>
      <p:bldP spid="56" grpId="0" animBg="1"/>
      <p:bldP spid="57" grpId="0" animBg="1"/>
      <p:bldP spid="58" grpId="0" animBg="1"/>
      <p:bldP spid="60" grpId="0" animBg="1"/>
      <p:bldP spid="61" grpId="0" animBg="1"/>
      <p:bldP spid="62" grpId="0" animBg="1"/>
      <p:bldP spid="64" grpId="0" animBg="1"/>
      <p:bldP spid="68" grpId="0"/>
      <p:bldP spid="73" grpId="0"/>
      <p:bldP spid="75" grpId="0"/>
      <p:bldP spid="78" grpId="0"/>
      <p:bldP spid="80" grpId="0"/>
      <p:bldP spid="82" grpId="0"/>
      <p:bldP spid="83" grpId="0"/>
      <p:bldP spid="84" grpId="0"/>
      <p:bldP spid="85" grpId="0"/>
      <p:bldP spid="8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</TotalTime>
  <Words>82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LEMON MILK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AlamMicrosoft</dc:creator>
  <cp:lastModifiedBy>AlamMicrosoft</cp:lastModifiedBy>
  <cp:revision>1</cp:revision>
  <dcterms:created xsi:type="dcterms:W3CDTF">2025-04-30T04:31:39Z</dcterms:created>
  <dcterms:modified xsi:type="dcterms:W3CDTF">2025-04-30T15:24:20Z</dcterms:modified>
</cp:coreProperties>
</file>